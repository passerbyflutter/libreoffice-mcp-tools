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sp>
        <p:txBody>
          <a:bodyPr/>
          <a:lstStyle/>
          <a:p>
            <a:r>
              <a:t>Speaker notes for slide 1: Welcome the audience and introduce the MCP concept.</a:t>
            </a:r>
          </a:p>
        </p:txBody>
      </p:sp>
    </p:spTree>
  </p:cSld>
</p:note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nvPr>
            <p:ph type="title"/>
          </p:nvPr>
        </p:nvSpPr>
        <p:txBody>
          <a:bodyPr/>
          <a:lstStyle/>
          <a:p>
            <a:r>
              <a:t>Introduction to LibreOffice MCP</a:t>
            </a:r>
          </a:p>
        </p:txBody>
      </p:sp>
      <p:sp>
        <p:nvSpPr>
          <p:nvPr>
            <p:ph type="body"/>
          </p:nvPr>
        </p:nvSpPr>
        <p:txBody>
          <a:bodyPr/>
          <a:lstStyle/>
          <a:p>
            <a:r>
              <a:t>This tool enables AI agents to work with Office documents efficiently</a:t>
            </a:r>
          </a:p>
          <a:p>
            <a:r>
              <a:t>Token-efficient design for LLM usage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nvSpPr>
          <p:nvPr>
            <p:ph type="title"/>
          </p:nvPr>
        </p:nvSpPr>
        <p:txBody>
          <a:bodyPr/>
          <a:lstStyle/>
          <a:p>
            <a:r>
              <a:t>Key Features</a:t>
            </a:r>
          </a:p>
        </p:txBody>
      </p:sp>
      <p:sp>
        <p:nvSpPr>
          <p:nvPr>
            <p:ph type="body"/>
          </p:nvPr>
        </p:nvSpPr>
        <p:txBody>
          <a:bodyPr/>
          <a:lstStyle/>
          <a:p>
            <a:r>
              <a:t>Outline-first document navigation</a:t>
            </a:r>
          </a:p>
          <a:p>
            <a:r>
              <a:t>Range-based cell and paragraph access</a:t>
            </a:r>
          </a:p>
          <a:p>
            <a:r>
              <a:t>22 specialized MCP tools</a:t>
            </a:r>
          </a:p>
        </p:txBody>
      </p:sp>
    </p:spTree>
  </p:cSld>
</p:sld>
</file>